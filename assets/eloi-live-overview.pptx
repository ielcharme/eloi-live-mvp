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650e074cd4593" /><Relationship Type="http://schemas.openxmlformats.org/officeDocument/2006/relationships/extended-properties" Target="/docProps/app.xml" Id="R8542c8e45d474d4d" /><Relationship Type="http://schemas.openxmlformats.org/officeDocument/2006/relationships/officeDocument" Target="/ppt/presentation.xml" Id="R1a69f515810e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fb038567e44610"/>
  </p:sldMasterIdLst>
  <p:notesMasterIdLst>
    <p:notesMasterId xmlns:r="http://schemas.openxmlformats.org/officeDocument/2006/relationships" r:id="Rbeb6f33625904322"/>
  </p:notesMasterIdLst>
  <p:sldIdLst>
    <p:sldId xmlns:r="http://schemas.openxmlformats.org/officeDocument/2006/relationships" id="256" r:id="R4f772f8de1ba4a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af0b448364d01" /><Relationship Type="http://schemas.openxmlformats.org/officeDocument/2006/relationships/slideMaster" Target="/ppt/slideMasters/slideMaster1.xml" Id="Re7fb038567e44610" /><Relationship Type="http://schemas.openxmlformats.org/officeDocument/2006/relationships/notesMaster" Target="/ppt/notesMasters/notesMaster1.xml" Id="Rbeb6f33625904322" /><Relationship Type="http://schemas.openxmlformats.org/officeDocument/2006/relationships/presProps" Target="/ppt/presProps.xml" Id="Rbcc6d67d476e4528" /><Relationship Type="http://schemas.openxmlformats.org/officeDocument/2006/relationships/tableStyles" Target="/ppt/tableStyles.xml" Id="R614d9170218446f4" /><Relationship Type="http://schemas.openxmlformats.org/officeDocument/2006/relationships/slide" Target="/ppt/slides/slide1.xml" Id="R4f772f8de1ba4a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e505a3c5904d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6d4a364134cef" /><Relationship Type="http://schemas.openxmlformats.org/officeDocument/2006/relationships/notesMaster" Target="/ppt/notesMasters/notesMaster1.xml" Id="Rf11fb4ee2265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Eloi visual assets included in this repository.</a:t>
            </a:r>
          </a:p>
          <a:p xmlns:a="http://schemas.openxmlformats.org/drawingml/2006/main">
            <a:r>
              <a:t>- Product capabilities and licensing terms documented in this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af43e11d149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8629d76ff4f0d" /><Relationship Type="http://schemas.openxmlformats.org/officeDocument/2006/relationships/slideLayout" Target="/ppt/slideLayouts/slideLayout1.xml" Id="R01b235ca068d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b235ca068d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4d975fe354daa" /><Relationship Type="http://schemas.openxmlformats.org/officeDocument/2006/relationships/image" Target="/ppt/media/image.png" Id="R3a5a963a937940c2" /><Relationship Type="http://schemas.openxmlformats.org/officeDocument/2006/relationships/notesSlide" Target="/ppt/notesSlides/notesSlide1.xml" Id="Rb70c7af3de0f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license-banner">
            <a:extLst xmlns:a="http://schemas.openxmlformats.org/drawingml/2006/main">
              <a:ext uri="{FF2B5EF4-FFF2-40B4-BE49-F238E27FC236}">
                <a16:creationId xmlns:a16="http://schemas.microsoft.com/office/drawing/2014/main" id="{A68630B2-4BEB-4E82-A723-EAE8ADB6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icense-banner-text">
            <a:extLst xmlns:a="http://schemas.openxmlformats.org/drawingml/2006/main">
              <a:ext uri="{FF2B5EF4-FFF2-40B4-BE49-F238E27FC236}">
                <a16:creationId xmlns:a16="http://schemas.microsoft.com/office/drawing/2014/main" id="{B4001623-6C7B-4680-8393-83C132C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"/>
            <a:ext cx="1131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PAID CHARACTER LICENSE  |  Written authorization or US$9.99 per project  |  Unauthorized use may lead to legal enforcement</a:t>
            </a:r>
          </a:p>
        </p:txBody>
      </p:sp>
      <p:sp>
        <p:nvSpPr>
          <p:cNvPr id="3" name="presenter-stage">
            <a:extLst xmlns:a="http://schemas.openxmlformats.org/drawingml/2006/main">
              <a:ext uri="{FF2B5EF4-FFF2-40B4-BE49-F238E27FC236}">
                <a16:creationId xmlns:a16="http://schemas.microsoft.com/office/drawing/2014/main" id="{81D6488B-D834-4896-B4BA-122D10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"/>
            <a:ext cx="452437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a963a937940c2"/>
          <a:srcRect xmlns:a="http://schemas.openxmlformats.org/drawingml/2006/main" l="0" t="3404" r="0" b="3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533400"/>
            <a:ext cx="4524375" cy="6324600"/>
          </a:xfrm>
          <a:prstGeom xmlns:a="http://schemas.openxmlformats.org/drawingml/2006/main" prst="rect">
            <a:avLst/>
          </a:prstGeom>
        </p:spPr>
      </p:pic>
      <p:sp>
        <p:nvSpPr>
          <p:cNvPr id="5" name="live-dot">
            <a:extLst xmlns:a="http://schemas.openxmlformats.org/drawingml/2006/main">
              <a:ext uri="{FF2B5EF4-FFF2-40B4-BE49-F238E27FC236}">
                <a16:creationId xmlns:a16="http://schemas.microsoft.com/office/drawing/2014/main" id="{913237F8-90E5-4B65-BB24-9A363D3C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38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E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ive-label">
            <a:extLst xmlns:a="http://schemas.openxmlformats.org/drawingml/2006/main">
              <a:ext uri="{FF2B5EF4-FFF2-40B4-BE49-F238E27FC236}">
                <a16:creationId xmlns:a16="http://schemas.microsoft.com/office/drawing/2014/main" id="{B45258C2-4D26-4EB6-90AD-0D603306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334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LIVE  |  EN + FR</a:t>
            </a:r>
          </a:p>
        </p:txBody>
      </p:sp>
      <p:sp>
        <p:nvSpPr>
          <p:cNvPr id="7" name="presenter-caption-bg">
            <a:extLst xmlns:a="http://schemas.openxmlformats.org/drawingml/2006/main">
              <a:ext uri="{FF2B5EF4-FFF2-40B4-BE49-F238E27FC236}">
                <a16:creationId xmlns:a16="http://schemas.microsoft.com/office/drawing/2014/main" id="{1BAE6A65-2195-441A-9FD3-B491680B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67425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1"/>
          </a:solidFill>
          <a:ln xmlns:a="http://schemas.openxmlformats.org/drawingml/2006/main" w="9525">
            <a:solidFill>
              <a:srgbClr val="324047"/>
            </a:solidFill>
            <a:prstDash val="solid"/>
          </a:ln>
        </p:spPr>
      </p:sp>
      <p:sp>
        <p:nvSpPr>
          <p:cNvPr id="8" name="presenter-caption">
            <a:extLst xmlns:a="http://schemas.openxmlformats.org/drawingml/2006/main">
              <a:ext uri="{FF2B5EF4-FFF2-40B4-BE49-F238E27FC236}">
                <a16:creationId xmlns:a16="http://schemas.microsoft.com/office/drawing/2014/main" id="{2A8B0853-4392-4D22-A4AA-8C19A1E7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43625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9F0EC"/>
                </a:solidFill>
              </a:defRPr>
            </a:pPr>
            <a:r>
              <a:rPr sz="1200" b="1">
                <a:solidFill>
                  <a:srgbClr val="E9F0EC"/>
                </a:solidFill>
              </a:rPr>
              <a:t>idle  /  thinking  /  tip  /  error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9482A5C-DEE3-4B63-B287-4384745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7A58"/>
                </a:solidFill>
              </a:defRPr>
            </a:pPr>
            <a:r>
              <a:rPr sz="1200" b="1">
                <a:solidFill>
                  <a:srgbClr val="1D7A58"/>
                </a:solidFill>
              </a:rPr>
              <a:t>ELOI LIVE MVP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16490CB3-B18D-4530-8364-EEDDE734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9"/>
                </a:solidFill>
              </a:defRPr>
            </a:pPr>
            <a:r>
              <a:rPr sz="3900" b="1">
                <a:solidFill>
                  <a:srgbClr val="172029"/>
                </a:solidFill>
              </a:rPr>
              <a:t>One presenter.</a:t>
            </a:r>
          </a:p>
          <a:p xmlns:a="http://schemas.openxmlformats.org/drawingml/2006/main">
            <a:pPr algn="l">
              <a:defRPr sz="3900" b="1">
                <a:solidFill>
                  <a:srgbClr val="172029"/>
                </a:solidFill>
              </a:defRPr>
            </a:pPr>
            <a:r>
              <a:rPr sz="3900" b="1">
                <a:solidFill>
                  <a:srgbClr val="172029"/>
                </a:solidFill>
              </a:rPr>
              <a:t>Many formats.</a:t>
            </a:r>
          </a:p>
        </p:txBody>
      </p:sp>
      <p:sp>
        <p:nvSpPr>
          <p:cNvPr id="11" name="subheadline">
            <a:extLst xmlns:a="http://schemas.openxmlformats.org/drawingml/2006/main">
              <a:ext uri="{FF2B5EF4-FFF2-40B4-BE49-F238E27FC236}">
                <a16:creationId xmlns:a16="http://schemas.microsoft.com/office/drawing/2014/main" id="{33E1B0B5-CD2D-4972-9CBB-C910E89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5B63"/>
                </a:solidFill>
              </a:defRPr>
            </a:pPr>
            <a:r>
              <a:rPr sz="1650" b="0">
                <a:solidFill>
                  <a:srgbClr val="4F5B63"/>
                </a:solidFill>
              </a:rPr>
              <a:t>A bilingual AI digital presenter for live commerce, shoppable video and AI storytelling.</a:t>
            </a:r>
          </a:p>
        </p:txBody>
      </p:sp>
      <p:sp>
        <p:nvSpPr>
          <p:cNvPr id="12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74735601-43F4-4926-9A3B-17AABCF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9"/>
                </a:solidFill>
              </a:defRPr>
            </a:pPr>
            <a:r>
              <a:rPr sz="1200" b="1">
                <a:solidFill>
                  <a:srgbClr val="172029"/>
                </a:solidFill>
              </a:rPr>
              <a:t>HOW IT WORKS</a:t>
            </a:r>
          </a:p>
        </p:txBody>
      </p:sp>
      <p:sp>
        <p:nvSpPr>
          <p:cNvPr id="13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CD61E1B5-B6D0-48FB-8EB9-565402D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84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DB037728-DF00-423D-A9CD-41CD5C1B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orkflow-number-01">
            <a:extLst xmlns:a="http://schemas.openxmlformats.org/drawingml/2006/main">
              <a:ext uri="{FF2B5EF4-FFF2-40B4-BE49-F238E27FC236}">
                <a16:creationId xmlns:a16="http://schemas.microsoft.com/office/drawing/2014/main" id="{1A2454EC-6E77-4349-821A-40733F3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F455CC21-39D0-4E5F-AAB7-8FCE1C43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</a:defRPr>
            </a:pPr>
            <a:r>
              <a:rPr sz="1200" b="1">
                <a:solidFill>
                  <a:srgbClr val="243039"/>
                </a:solidFill>
              </a:rPr>
              <a:t>Text or mic</a:t>
            </a:r>
          </a:p>
        </p:txBody>
      </p:sp>
      <p:sp>
        <p:nvSpPr>
          <p:cNvPr id="17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D3693C14-7712-4F55-8418-7EC5884C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43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orkflow-number-02">
            <a:extLst xmlns:a="http://schemas.openxmlformats.org/drawingml/2006/main">
              <a:ext uri="{FF2B5EF4-FFF2-40B4-BE49-F238E27FC236}">
                <a16:creationId xmlns:a16="http://schemas.microsoft.com/office/drawing/2014/main" id="{E24DFD45-1E91-4D44-A558-FDF84DDE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43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3D68E3F7-9665-4072-8C07-1254DCB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62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</a:defRPr>
            </a:pPr>
            <a:r>
              <a:rPr sz="1200" b="1">
                <a:solidFill>
                  <a:srgbClr val="243039"/>
                </a:solidFill>
              </a:rPr>
              <a:t>AI reply</a:t>
            </a:r>
          </a:p>
        </p:txBody>
      </p:sp>
      <p:sp>
        <p:nvSpPr>
          <p:cNvPr id="20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4E3CA238-CF23-4A7A-87B6-E483690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number-03">
            <a:extLst xmlns:a="http://schemas.openxmlformats.org/drawingml/2006/main">
              <a:ext uri="{FF2B5EF4-FFF2-40B4-BE49-F238E27FC236}">
                <a16:creationId xmlns:a16="http://schemas.microsoft.com/office/drawing/2014/main" id="{11110FA7-D869-400C-9AF5-DBCC8794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22CD7926-0B10-4B09-83FF-5BF97827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62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</a:defRPr>
            </a:pPr>
            <a:r>
              <a:rPr sz="1200" b="1">
                <a:solidFill>
                  <a:srgbClr val="243039"/>
                </a:solidFill>
              </a:rPr>
              <a:t>EN/FR voice</a:t>
            </a:r>
          </a:p>
        </p:txBody>
      </p:sp>
      <p:sp>
        <p:nvSpPr>
          <p:cNvPr id="23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F0A0F139-84E5-4223-851C-F8B9100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orkflow-number-04">
            <a:extLst xmlns:a="http://schemas.openxmlformats.org/drawingml/2006/main">
              <a:ext uri="{FF2B5EF4-FFF2-40B4-BE49-F238E27FC236}">
                <a16:creationId xmlns:a16="http://schemas.microsoft.com/office/drawing/2014/main" id="{A4DD11B7-1E5B-4C3E-A9B8-7F3B3AD0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25821E02-C40B-4612-870A-39C9A0C7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</a:defRPr>
            </a:pPr>
            <a:r>
              <a:rPr sz="1200" b="1">
                <a:solidFill>
                  <a:srgbClr val="243039"/>
                </a:solidFill>
              </a:rPr>
              <a:t>OBS output</a:t>
            </a:r>
          </a:p>
        </p:txBody>
      </p:sp>
      <p:sp>
        <p:nvSpPr>
          <p:cNvPr id="26" name="use-cases-heading">
            <a:extLst xmlns:a="http://schemas.openxmlformats.org/drawingml/2006/main">
              <a:ext uri="{FF2B5EF4-FFF2-40B4-BE49-F238E27FC236}">
                <a16:creationId xmlns:a16="http://schemas.microsoft.com/office/drawing/2014/main" id="{810E03D0-5FB9-48E6-8505-01BDF3E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9"/>
                </a:solidFill>
              </a:defRPr>
            </a:pPr>
            <a:r>
              <a:rPr sz="1200" b="1">
                <a:solidFill>
                  <a:srgbClr val="172029"/>
                </a:solidFill>
              </a:rPr>
              <a:t>APPLICATION SCENARIOS  /  CAS D'USAGE</a:t>
            </a:r>
          </a:p>
        </p:txBody>
      </p:sp>
      <p:sp>
        <p:nvSpPr>
          <p:cNvPr id="27" name="use-case-mark-64-524">
            <a:extLst xmlns:a="http://schemas.openxmlformats.org/drawingml/2006/main">
              <a:ext uri="{FF2B5EF4-FFF2-40B4-BE49-F238E27FC236}">
                <a16:creationId xmlns:a16="http://schemas.microsoft.com/office/drawing/2014/main" id="{2251CAD7-8184-4221-883B-F4E87395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use-case-en-64-524">
            <a:extLst xmlns:a="http://schemas.openxmlformats.org/drawingml/2006/main">
              <a:ext uri="{FF2B5EF4-FFF2-40B4-BE49-F238E27FC236}">
                <a16:creationId xmlns:a16="http://schemas.microsoft.com/office/drawing/2014/main" id="{24B159CD-B12F-43F2-8598-D80EF6B9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91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39"/>
                </a:solidFill>
              </a:defRPr>
            </a:pPr>
            <a:r>
              <a:rPr sz="1275" b="1">
                <a:solidFill>
                  <a:srgbClr val="243039"/>
                </a:solidFill>
              </a:rPr>
              <a:t>Livestream rooms</a:t>
            </a:r>
          </a:p>
        </p:txBody>
      </p:sp>
      <p:sp>
        <p:nvSpPr>
          <p:cNvPr id="29" name="use-case-fr-64-524">
            <a:extLst xmlns:a="http://schemas.openxmlformats.org/drawingml/2006/main">
              <a:ext uri="{FF2B5EF4-FFF2-40B4-BE49-F238E27FC236}">
                <a16:creationId xmlns:a16="http://schemas.microsoft.com/office/drawing/2014/main" id="{FE79AC35-2457-41F3-8989-78C1392D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911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57B"/>
                </a:solidFill>
              </a:defRPr>
            </a:pPr>
            <a:r>
              <a:rPr sz="975" b="0">
                <a:solidFill>
                  <a:srgbClr val="6A757B"/>
                </a:solidFill>
              </a:rPr>
              <a:t>Directs interactifs</a:t>
            </a:r>
          </a:p>
        </p:txBody>
      </p:sp>
      <p:sp>
        <p:nvSpPr>
          <p:cNvPr id="30" name="use-case-mark-64-570">
            <a:extLst xmlns:a="http://schemas.openxmlformats.org/drawingml/2006/main">
              <a:ext uri="{FF2B5EF4-FFF2-40B4-BE49-F238E27FC236}">
                <a16:creationId xmlns:a16="http://schemas.microsoft.com/office/drawing/2014/main" id="{0725825E-8465-4F0C-8670-710D79E1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use-case-en-64-570">
            <a:extLst xmlns:a="http://schemas.openxmlformats.org/drawingml/2006/main">
              <a:ext uri="{FF2B5EF4-FFF2-40B4-BE49-F238E27FC236}">
                <a16:creationId xmlns:a16="http://schemas.microsoft.com/office/drawing/2014/main" id="{16CA754B-2920-40F6-A103-49BE92E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29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39"/>
                </a:solidFill>
              </a:defRPr>
            </a:pPr>
            <a:r>
              <a:rPr sz="1275" b="1">
                <a:solidFill>
                  <a:srgbClr val="243039"/>
                </a:solidFill>
              </a:rPr>
              <a:t>Shoppable video</a:t>
            </a:r>
          </a:p>
        </p:txBody>
      </p:sp>
      <p:sp>
        <p:nvSpPr>
          <p:cNvPr id="32" name="use-case-fr-64-570">
            <a:extLst xmlns:a="http://schemas.openxmlformats.org/drawingml/2006/main">
              <a:ext uri="{FF2B5EF4-FFF2-40B4-BE49-F238E27FC236}">
                <a16:creationId xmlns:a16="http://schemas.microsoft.com/office/drawing/2014/main" id="{94DD705F-6395-45DF-84C1-1A1992A6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2927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57B"/>
                </a:solidFill>
              </a:defRPr>
            </a:pPr>
            <a:r>
              <a:rPr sz="975" b="0">
                <a:solidFill>
                  <a:srgbClr val="6A757B"/>
                </a:solidFill>
              </a:rPr>
              <a:t>Vidéos de vente</a:t>
            </a:r>
          </a:p>
        </p:txBody>
      </p:sp>
      <p:sp>
        <p:nvSpPr>
          <p:cNvPr id="33" name="use-case-mark-64-616">
            <a:extLst xmlns:a="http://schemas.openxmlformats.org/drawingml/2006/main">
              <a:ext uri="{FF2B5EF4-FFF2-40B4-BE49-F238E27FC236}">
                <a16:creationId xmlns:a16="http://schemas.microsoft.com/office/drawing/2014/main" id="{D944550F-3156-43E8-9E3A-8F38CA6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use-case-en-64-616">
            <a:extLst xmlns:a="http://schemas.openxmlformats.org/drawingml/2006/main">
              <a:ext uri="{FF2B5EF4-FFF2-40B4-BE49-F238E27FC236}">
                <a16:creationId xmlns:a16="http://schemas.microsoft.com/office/drawing/2014/main" id="{9C79B811-4458-45BF-AC6C-8E1DC87C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674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39"/>
                </a:solidFill>
              </a:defRPr>
            </a:pPr>
            <a:r>
              <a:rPr sz="1275" b="1">
                <a:solidFill>
                  <a:srgbClr val="243039"/>
                </a:solidFill>
              </a:rPr>
              <a:t>AI stories</a:t>
            </a:r>
          </a:p>
        </p:txBody>
      </p:sp>
      <p:sp>
        <p:nvSpPr>
          <p:cNvPr id="35" name="use-case-fr-64-616">
            <a:extLst xmlns:a="http://schemas.openxmlformats.org/drawingml/2006/main">
              <a:ext uri="{FF2B5EF4-FFF2-40B4-BE49-F238E27FC236}">
                <a16:creationId xmlns:a16="http://schemas.microsoft.com/office/drawing/2014/main" id="{A7550EA5-FC5E-46B2-9FC0-0AE22D1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674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57B"/>
                </a:solidFill>
              </a:defRPr>
            </a:pPr>
            <a:r>
              <a:rPr sz="975" b="0">
                <a:solidFill>
                  <a:srgbClr val="6A757B"/>
                </a:solidFill>
              </a:rPr>
              <a:t>Fictions IA</a:t>
            </a:r>
          </a:p>
        </p:txBody>
      </p:sp>
      <p:sp>
        <p:nvSpPr>
          <p:cNvPr id="36" name="use-case-mark-372-524">
            <a:extLst xmlns:a="http://schemas.openxmlformats.org/drawingml/2006/main">
              <a:ext uri="{FF2B5EF4-FFF2-40B4-BE49-F238E27FC236}">
                <a16:creationId xmlns:a16="http://schemas.microsoft.com/office/drawing/2014/main" id="{E9F33824-AD3A-46BB-8D35-35301B39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use-case-en-372-524">
            <a:extLst xmlns:a="http://schemas.openxmlformats.org/drawingml/2006/main">
              <a:ext uri="{FF2B5EF4-FFF2-40B4-BE49-F238E27FC236}">
                <a16:creationId xmlns:a16="http://schemas.microsoft.com/office/drawing/2014/main" id="{52F14D77-BF35-47BE-AC28-C83DDD5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91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39"/>
                </a:solidFill>
              </a:defRPr>
            </a:pPr>
            <a:r>
              <a:rPr sz="1275" b="1">
                <a:solidFill>
                  <a:srgbClr val="243039"/>
                </a:solidFill>
              </a:rPr>
              <a:t>Brand explainers</a:t>
            </a:r>
          </a:p>
        </p:txBody>
      </p:sp>
      <p:sp>
        <p:nvSpPr>
          <p:cNvPr id="38" name="use-case-fr-372-524">
            <a:extLst xmlns:a="http://schemas.openxmlformats.org/drawingml/2006/main">
              <a:ext uri="{FF2B5EF4-FFF2-40B4-BE49-F238E27FC236}">
                <a16:creationId xmlns:a16="http://schemas.microsoft.com/office/drawing/2014/main" id="{ED5D69E2-25C7-4B4C-8A37-B19B315B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911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57B"/>
                </a:solidFill>
              </a:defRPr>
            </a:pPr>
            <a:r>
              <a:rPr sz="975" b="0">
                <a:solidFill>
                  <a:srgbClr val="6A757B"/>
                </a:solidFill>
              </a:rPr>
              <a:t>Présentation de marque</a:t>
            </a:r>
          </a:p>
        </p:txBody>
      </p:sp>
      <p:sp>
        <p:nvSpPr>
          <p:cNvPr id="39" name="use-case-mark-372-570">
            <a:extLst xmlns:a="http://schemas.openxmlformats.org/drawingml/2006/main">
              <a:ext uri="{FF2B5EF4-FFF2-40B4-BE49-F238E27FC236}">
                <a16:creationId xmlns:a16="http://schemas.microsoft.com/office/drawing/2014/main" id="{A0C3BE5C-EE93-4A5A-8D17-18023BBF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95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use-case-en-372-570">
            <a:extLst xmlns:a="http://schemas.openxmlformats.org/drawingml/2006/main">
              <a:ext uri="{FF2B5EF4-FFF2-40B4-BE49-F238E27FC236}">
                <a16:creationId xmlns:a16="http://schemas.microsoft.com/office/drawing/2014/main" id="{447D7882-88E7-4CFF-9F99-8438B39F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29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39"/>
                </a:solidFill>
              </a:defRPr>
            </a:pPr>
            <a:r>
              <a:rPr sz="1275" b="1">
                <a:solidFill>
                  <a:srgbClr val="243039"/>
                </a:solidFill>
              </a:rPr>
              <a:t>Tutorials &amp; onboarding</a:t>
            </a:r>
          </a:p>
        </p:txBody>
      </p:sp>
      <p:sp>
        <p:nvSpPr>
          <p:cNvPr id="41" name="use-case-fr-372-570">
            <a:extLst xmlns:a="http://schemas.openxmlformats.org/drawingml/2006/main">
              <a:ext uri="{FF2B5EF4-FFF2-40B4-BE49-F238E27FC236}">
                <a16:creationId xmlns:a16="http://schemas.microsoft.com/office/drawing/2014/main" id="{AFFE9092-801D-416D-AF18-4B72EB57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2927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57B"/>
                </a:solidFill>
              </a:defRPr>
            </a:pPr>
            <a:r>
              <a:rPr sz="975" b="0">
                <a:solidFill>
                  <a:srgbClr val="6A757B"/>
                </a:solidFill>
              </a:rPr>
              <a:t>Tutoriels et accueil</a:t>
            </a:r>
          </a:p>
        </p:txBody>
      </p:sp>
      <p:sp>
        <p:nvSpPr>
          <p:cNvPr id="42" name="use-case-mark-372-616">
            <a:extLst xmlns:a="http://schemas.openxmlformats.org/drawingml/2006/main">
              <a:ext uri="{FF2B5EF4-FFF2-40B4-BE49-F238E27FC236}">
                <a16:creationId xmlns:a16="http://schemas.microsoft.com/office/drawing/2014/main" id="{B0FDECF7-9FD9-41B0-8FAF-DD15F235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340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use-case-en-372-616">
            <a:extLst xmlns:a="http://schemas.openxmlformats.org/drawingml/2006/main">
              <a:ext uri="{FF2B5EF4-FFF2-40B4-BE49-F238E27FC236}">
                <a16:creationId xmlns:a16="http://schemas.microsoft.com/office/drawing/2014/main" id="{3890025C-62DE-4E76-9709-2FC777E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8674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39"/>
                </a:solidFill>
              </a:defRPr>
            </a:pPr>
            <a:r>
              <a:rPr sz="1275" b="1">
                <a:solidFill>
                  <a:srgbClr val="243039"/>
                </a:solidFill>
              </a:rPr>
              <a:t>Virtual events</a:t>
            </a:r>
          </a:p>
        </p:txBody>
      </p:sp>
      <p:sp>
        <p:nvSpPr>
          <p:cNvPr id="44" name="use-case-fr-372-616">
            <a:extLst xmlns:a="http://schemas.openxmlformats.org/drawingml/2006/main">
              <a:ext uri="{FF2B5EF4-FFF2-40B4-BE49-F238E27FC236}">
                <a16:creationId xmlns:a16="http://schemas.microsoft.com/office/drawing/2014/main" id="{DA68559D-ABA6-4889-9198-A4A9C129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674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57B"/>
                </a:solidFill>
              </a:defRPr>
            </a:pPr>
            <a:r>
              <a:rPr sz="975" b="0">
                <a:solidFill>
                  <a:srgbClr val="6A757B"/>
                </a:solidFill>
              </a:rPr>
              <a:t>Événements virtuels</a:t>
            </a:r>
          </a:p>
        </p:txBody>
      </p:sp>
      <p:sp>
        <p:nvSpPr>
          <p:cNvPr id="45" name="license-contact">
            <a:extLst xmlns:a="http://schemas.openxmlformats.org/drawingml/2006/main">
              <a:ext uri="{FF2B5EF4-FFF2-40B4-BE49-F238E27FC236}">
                <a16:creationId xmlns:a16="http://schemas.microsoft.com/office/drawing/2014/main" id="{C830660E-292F-4B65-9464-4002F64A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3B35"/>
                </a:solidFill>
              </a:defRPr>
            </a:pPr>
            <a:r>
              <a:rPr sz="975" b="1">
                <a:solidFill>
                  <a:srgbClr val="6A3B35"/>
                </a:solidFill>
              </a:rPr>
              <a:t>Licensing: zerencontact@sina.com  |  Official PayPal checkout supplied by the rights holder</a:t>
            </a:r>
          </a:p>
        </p:txBody>
      </p:sp>
    </p:spTree>
    <p:extLst>
      <p:ext uri="{BB962C8B-B14F-4D97-AF65-F5344CB8AC3E}">
        <p14:creationId xmlns:p14="http://schemas.microsoft.com/office/powerpoint/2010/main" val="1098904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2026-08-27T22:22:40.6640000Z</dcterms:created>
  <dcterms:modified xsi:type="dcterms:W3CDTF">2026-08-27T22:22:40.6640000Z</dcterms:modified>
</coreProperties>
</file>